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24 MITRE ATTCK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2026-10-02T09:42:48.019252Z | Framework ID: 24_MITRE_ATTCK</a:t>
            </a:r>
          </a:p>
          <a:p>
            <a:r>
              <a:t>MITRE ATT&amp;CK Enterprise v15 (2024), MITRE ATLAS v4.5</a:t>
            </a:r>
          </a:p>
          <a:p>
            <a:r>
              <a:t>PASS — T1190 (Public-Facing App): N/A (air-gapped); T1003 (Credential Dump): mitigated by Zero Trust; AML.T0043 (Prompt Injection): mitigated</a:t>
            </a:r>
          </a:p>
          <a:p>
            <a:r>
              <a:t>DQI: 99/100, PQI: 99/100, IQI: 98/100</a:t>
            </a:r>
          </a:p>
          <a:p>
            <a:r>
              <a:t>Zero Trust mTLS prevents lateral movement; Observability detects anomalous span patterns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